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11804904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803136"/>
            <a:ext cx="11804904" cy="5486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749808"/>
            <a:ext cx="103601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9AA"/>
                </a:solidFill>
              </a:rPr>
              <a:t>Based on quantitative analysis, three actions are recommended to strengthen the scorecard:</a:t>
            </a:r>
            <a:endParaRPr sz="1050" b="0" i="1">
              <a:solidFill>
                <a:srgbClr val="8899A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1188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64008" cy="5074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36192"/>
            <a:ext cx="566928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07592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Reassess the Weights of Risk Components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7512" y="2176272"/>
            <a:ext cx="329184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286000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C3 (Worst CB Delinquency) is the strongest predictor with IV = 5.43 — its 25% weight is justified and may warrant an increase to 30%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" y="295351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F3 Sale Growth has IV = 0.04, below the acceptable threshold — it should be removed or replaced with a more predictive variable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" y="362102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D/E Ratio and DSCR are underweighted relative to their data-implied importance — consider increasing both to 15%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" y="4288536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Use IV as the primary basis for weight assignment rather than expert judgement alone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61688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417320"/>
            <a:ext cx="3611880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1688" y="1417320"/>
            <a:ext cx="64008" cy="50749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1536192"/>
            <a:ext cx="566928" cy="56692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6359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Adjust Bins and the Formulated Scorecard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176272"/>
            <a:ext cx="329184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974" y="231343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Merge non-monotone bins where WoE direction breaks the expected risk ordering (e.g. C1 Restructuring)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53584" y="3620516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Validate monotonicity after each bin adjustment — default rate must strictly increase from best to worst bin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0455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0455" y="1417320"/>
            <a:ext cx="361188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5" y="1417320"/>
            <a:ext cx="64008" cy="5074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57615" y="1536192"/>
            <a:ext cx="566928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5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25128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Combine Quantitative Model with Expert Model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85047" y="2176272"/>
            <a:ext cx="329184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7" y="2286000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Use LR-implied coefficients to cross-validate expert weights — flag features where the gap exceeds 5 percentage points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85047" y="295351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Adopt a hybrid approach: data-driven weights as the baseline, with expert overlay for features with limited historical data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85047" y="362102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Incorporate macroeconomic variables (GDP growth, interest rates) in a two-stage model: micro scorecard × macro scalar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02920" y="6492240"/>
            <a:ext cx="11183112" cy="18288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501384"/>
            <a:ext cx="10835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Model achieves AUC = 0.90 — strong discrimination — but requires calibration and structural fixes before production deployment.</a:t>
            </a:r>
            <a:endParaRPr sz="800" b="0" i="0">
              <a:solidFill>
                <a:srgbClr val="E8A000"/>
              </a:solidFill>
            </a:endParaRPr>
          </a:p>
        </p:txBody>
      </p:sp>
      <p:sp>
        <p:nvSpPr>
          <p:cNvPr id="44" name="TextBox 28"/>
          <p:cNvSpPr txBox="1"/>
          <p:nvPr/>
        </p:nvSpPr>
        <p:spPr>
          <a:xfrm>
            <a:off x="4553584" y="292633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0" i="0">
                <a:solidFill>
                  <a:srgbClr val="8899AA"/>
                </a:solidFill>
              </a:rPr>
              <a:t>•  Cap extreme values at 5th–95th percentile before binning to reduce sensitivity to outliers in skewed features</a:t>
            </a:r>
            <a:endParaRPr sz="8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1517</Words>
  <Application>WPS Spreadsheets</Application>
  <PresentationFormat>On-screen Show 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leekim</cp:lastModifiedBy>
  <cp:revision>2</cp:revision>
  <dcterms:created xsi:type="dcterms:W3CDTF">2026-03-18T08:44:59Z</dcterms:created>
  <dcterms:modified xsi:type="dcterms:W3CDTF">2026-03-18T08:44:59Z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453EC899CE01168D0B66BA6922E55453_42</vt:lpwstr>
  </property>
  <property fmtid="{D5CDD505-2E9C-101B-9397-08002B2CF9AE}" pid="3" name="KSOProductBuildVer">
    <vt:lpwstr>1033-6.11.0.8608</vt:lpwstr>
  </property>
</Properties>
</file>