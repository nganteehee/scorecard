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86891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A000"/>
                </a:solidFill>
              </a:rPr>
              <a:t>SME Credit Scorecard Development  |  Candidate Technical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960120" cy="8412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624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2710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Background &amp; Data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184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A8A"/>
                </a:solidFill>
              </a:rPr>
              <a:t>Dataset: 557 SME borrowers · 8 features · 9.0% default rate · Sentinel values &amp; missing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574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57400"/>
            <a:ext cx="960120" cy="8412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768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1854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Exploratory Data Analysis (EDA)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5328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A8A"/>
                </a:solidFill>
              </a:rPr>
              <a:t>Univariate distributions · Default rates per bin · Correlation · Cramér's V · WoE monotonicity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960120" cy="8412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1912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0998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Recommendation on Risk Component 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447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A8A"/>
                </a:solidFill>
              </a:rPr>
              <a:t>IV-based weight assessment · Expert vs data-driven comparison · Proposed rebalancing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862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886200"/>
            <a:ext cx="960120" cy="8412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1056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014215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Review of Formulated Scorecard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616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A8A"/>
                </a:solidFill>
              </a:rPr>
              <a:t>Scorecard structure · Bin score mapping · PDO calibration · Enhancement suggestions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006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8006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800600"/>
            <a:ext cx="960120" cy="8412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0200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9286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Scorecard Model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2760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A8A"/>
                </a:solidFill>
              </a:rPr>
              <a:t>WoE encoding · Logistic regression · Feature coefficients · Score distribution 300–850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7150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7150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715000"/>
            <a:ext cx="960120" cy="8412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9344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VI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58430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Model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61904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A8A"/>
                </a:solidFill>
              </a:rPr>
              <a:t>AUC-ROC = 0.90 · Gini = 0.80 · Hosmer-Lemeshow · Binomial test · Calibration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